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228600" cy="6858000"/>
          </a:xfrm>
          <a:prstGeom prst="rect">
            <a:avLst/>
          </a:prstGeom>
          <a:solidFill>
            <a:srgbClr val="FF1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0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ist Mono"/>
              </a:rPr>
              <a:t>CPH 200C — Problem Set 1 + 2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5E5EA"/>
                </a:solidFill>
                <a:latin typeface="Geist"/>
              </a:rPr>
              <a:t>Risk Stratification for 30-Day Diabetic Readmission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571999"/>
            <a:ext cx="365760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70915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Geist Mono"/>
              </a:rPr>
              <a:t>2026-05-14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64592" cy="41148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0E0D0"/>
                </a:solidFill>
                <a:latin typeface="Geist Mon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972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ist Mono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120640"/>
            <a:ext cx="1828800" cy="18288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Geist Mono"/>
              </a:rPr>
              <a:t>CPH 200C — Problem Set 1 + 2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01_eda_readmiss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11247120" cy="3628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roc_4panel_cat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94" y="1874520"/>
            <a:ext cx="4380530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roc_4panel_tabpfn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09" y="1874520"/>
            <a:ext cx="4324700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fores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248" y="1874520"/>
            <a:ext cx="4101022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roc_4panel_opu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590" y="1874520"/>
            <a:ext cx="4320338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roc_4panel_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590" y="1874520"/>
            <a:ext cx="4320338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41C"/>
                </a:solidFill>
                <a:latin typeface="Geist Mono"/>
              </a:rPr>
              <a:t>1.1 — Data Exploration · Figure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60"/>
                </a:solidFill>
                <a:latin typeface="Geist Mono"/>
              </a:rPr>
              <a:t>CPH 200C — Problem Set 1 + 2  ·  2026-05-14</a:t>
            </a:r>
          </a:p>
        </p:txBody>
      </p:sp>
      <p:pic>
        <p:nvPicPr>
          <p:cNvPr id="6" name="Picture 5" descr="04_shift_auc_and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11247120" cy="40186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40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228600" cy="6858000"/>
          </a:xfrm>
          <a:prstGeom prst="rect">
            <a:avLst/>
          </a:prstGeom>
          <a:solidFill>
            <a:srgbClr val="FF1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0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Geist Mono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